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Canva Sans" panose="020B0604020202020204" charset="0"/>
      <p:regular r:id="rId3"/>
    </p:embeddedFont>
    <p:embeddedFont>
      <p:font typeface="Canva Sans Bold" panose="020B0604020202020204" charset="0"/>
      <p:regular r:id="rId4"/>
    </p:embeddedFont>
    <p:embeddedFont>
      <p:font typeface="Garet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9AAFA81-1F91-467F-8B99-37CA67C4D4B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141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19" t="-1511" r="-13919" b="-151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315328" y="7086336"/>
            <a:ext cx="312615" cy="15240"/>
          </a:xfrm>
          <a:custGeom>
            <a:avLst/>
            <a:gdLst/>
            <a:ahLst/>
            <a:cxnLst/>
            <a:rect l="l" t="t" r="r" b="b"/>
            <a:pathLst>
              <a:path w="312615" h="15240">
                <a:moveTo>
                  <a:pt x="0" y="0"/>
                </a:moveTo>
                <a:lnTo>
                  <a:pt x="312616" y="0"/>
                </a:lnTo>
                <a:lnTo>
                  <a:pt x="312616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70300" y="-126816"/>
            <a:ext cx="10553520" cy="9596450"/>
          </a:xfrm>
          <a:custGeom>
            <a:avLst/>
            <a:gdLst/>
            <a:ahLst/>
            <a:cxnLst/>
            <a:rect l="l" t="t" r="r" b="b"/>
            <a:pathLst>
              <a:path w="10553520" h="9596450">
                <a:moveTo>
                  <a:pt x="0" y="0"/>
                </a:moveTo>
                <a:lnTo>
                  <a:pt x="10553519" y="0"/>
                </a:lnTo>
                <a:lnTo>
                  <a:pt x="10553519" y="9596449"/>
                </a:lnTo>
                <a:lnTo>
                  <a:pt x="0" y="9596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t="-6628" b="-47449"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1330" y="6319299"/>
            <a:ext cx="3530467" cy="1440136"/>
          </a:xfrm>
          <a:custGeom>
            <a:avLst/>
            <a:gdLst/>
            <a:ahLst/>
            <a:cxnLst/>
            <a:rect l="l" t="t" r="r" b="b"/>
            <a:pathLst>
              <a:path w="3530467" h="1440136">
                <a:moveTo>
                  <a:pt x="3530467" y="0"/>
                </a:moveTo>
                <a:lnTo>
                  <a:pt x="0" y="0"/>
                </a:lnTo>
                <a:lnTo>
                  <a:pt x="0" y="1440136"/>
                </a:lnTo>
                <a:lnTo>
                  <a:pt x="3530467" y="1440136"/>
                </a:lnTo>
                <a:lnTo>
                  <a:pt x="353046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910080" y="3473450"/>
            <a:ext cx="481399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7752996" y="6479794"/>
            <a:ext cx="3137015" cy="1279641"/>
          </a:xfrm>
          <a:custGeom>
            <a:avLst/>
            <a:gdLst/>
            <a:ahLst/>
            <a:cxnLst/>
            <a:rect l="l" t="t" r="r" b="b"/>
            <a:pathLst>
              <a:path w="3137015" h="1279641">
                <a:moveTo>
                  <a:pt x="0" y="0"/>
                </a:moveTo>
                <a:lnTo>
                  <a:pt x="3137015" y="0"/>
                </a:lnTo>
                <a:lnTo>
                  <a:pt x="3137015" y="1279641"/>
                </a:lnTo>
                <a:lnTo>
                  <a:pt x="0" y="1279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037231" y="227686"/>
            <a:ext cx="617539" cy="864554"/>
          </a:xfrm>
          <a:custGeom>
            <a:avLst/>
            <a:gdLst/>
            <a:ahLst/>
            <a:cxnLst/>
            <a:rect l="l" t="t" r="r" b="b"/>
            <a:pathLst>
              <a:path w="617539" h="864554">
                <a:moveTo>
                  <a:pt x="0" y="0"/>
                </a:moveTo>
                <a:lnTo>
                  <a:pt x="617538" y="0"/>
                </a:lnTo>
                <a:lnTo>
                  <a:pt x="617538" y="864554"/>
                </a:lnTo>
                <a:lnTo>
                  <a:pt x="0" y="8645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26055" y="5077653"/>
            <a:ext cx="2406092" cy="21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spc="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Manokwari, &lt;&lt;date&gt;&gt;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14724" y="5273233"/>
            <a:ext cx="3028755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 spc="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Kepala Kantor Regional XIV BKN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55884" y="893227"/>
            <a:ext cx="5180231" cy="97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910" b="1">
                <a:solidFill>
                  <a:srgbClr val="033B80"/>
                </a:solidFill>
                <a:latin typeface="Garet Bold"/>
                <a:ea typeface="Garet Bold"/>
                <a:cs typeface="Garet Bold"/>
                <a:sym typeface="Garet Bold"/>
              </a:rPr>
              <a:t>SERTIFIKAT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8842" y="2345215"/>
            <a:ext cx="8594317" cy="53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83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Kepala Kantor Regional XIV BKN Manokwari, berdasarkan Undang - Undang Nomor 20 Tahun 2023 tentang Aparatur Sipil Negara, dengan ini menyatakan bahwa Saudara/Saudari yang tersebut di bawah ini: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2371" y="3866838"/>
            <a:ext cx="7787258" cy="53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dinyatakan </a:t>
            </a:r>
            <a:r>
              <a:rPr lang="en-US" sz="1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Lulus</a:t>
            </a: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dalam kegiatan:</a:t>
            </a:r>
          </a:p>
          <a:p>
            <a:pPr marL="0" lvl="0" indent="0" algn="ctr">
              <a:lnSpc>
                <a:spcPts val="2183"/>
              </a:lnSpc>
              <a:spcBef>
                <a:spcPct val="0"/>
              </a:spcBef>
            </a:pPr>
            <a:r>
              <a:rPr lang="en-US" sz="1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&lt;&lt;exam_type&gt;&gt;  </a:t>
            </a: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yang diselenggarakan</a:t>
            </a:r>
            <a:r>
              <a:rPr lang="en-US" sz="1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pada tanggal &lt;&lt;date&gt;&gt;</a:t>
            </a:r>
            <a:r>
              <a:rPr lang="en-US" sz="1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id="14" name="Freeform 14"/>
          <p:cNvSpPr/>
          <p:nvPr/>
        </p:nvSpPr>
        <p:spPr>
          <a:xfrm rot="688398">
            <a:off x="2121913" y="4765608"/>
            <a:ext cx="2574124" cy="2469768"/>
          </a:xfrm>
          <a:custGeom>
            <a:avLst/>
            <a:gdLst/>
            <a:ahLst/>
            <a:cxnLst/>
            <a:rect l="l" t="t" r="r" b="b"/>
            <a:pathLst>
              <a:path w="2574124" h="2469768">
                <a:moveTo>
                  <a:pt x="0" y="0"/>
                </a:moveTo>
                <a:lnTo>
                  <a:pt x="2574124" y="0"/>
                </a:lnTo>
                <a:lnTo>
                  <a:pt x="2574124" y="2469768"/>
                </a:lnTo>
                <a:lnTo>
                  <a:pt x="0" y="24697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653" t="-63078" r="-65963" b="-57711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934130" y="5273778"/>
            <a:ext cx="4789942" cy="1820178"/>
          </a:xfrm>
          <a:custGeom>
            <a:avLst/>
            <a:gdLst/>
            <a:ahLst/>
            <a:cxnLst/>
            <a:rect l="l" t="t" r="r" b="b"/>
            <a:pathLst>
              <a:path w="4789942" h="1820178">
                <a:moveTo>
                  <a:pt x="0" y="0"/>
                </a:moveTo>
                <a:lnTo>
                  <a:pt x="4789942" y="0"/>
                </a:lnTo>
                <a:lnTo>
                  <a:pt x="4789942" y="1820178"/>
                </a:lnTo>
                <a:lnTo>
                  <a:pt x="0" y="18201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48842" y="6579738"/>
            <a:ext cx="8594317" cy="53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1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BASUKI ARI WICAKSONO</a:t>
            </a:r>
          </a:p>
          <a:p>
            <a:pPr marL="0" lvl="0" indent="0" algn="ctr">
              <a:lnSpc>
                <a:spcPts val="2183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NIP. 198605052010121001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519D7002-89F5-BF86-2EF1-7A48CB4BA5BD}"/>
              </a:ext>
            </a:extLst>
          </p:cNvPr>
          <p:cNvSpPr txBox="1"/>
          <p:nvPr/>
        </p:nvSpPr>
        <p:spPr>
          <a:xfrm>
            <a:off x="1452371" y="3173048"/>
            <a:ext cx="7787258" cy="3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&lt;&lt;NAMA&gt;&gt;</a:t>
            </a:r>
            <a:endParaRPr lang="en-US" sz="28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BCCD4914-F755-62C4-194B-DCBEA723DB33}"/>
              </a:ext>
            </a:extLst>
          </p:cNvPr>
          <p:cNvSpPr txBox="1"/>
          <p:nvPr/>
        </p:nvSpPr>
        <p:spPr>
          <a:xfrm>
            <a:off x="1435472" y="3562252"/>
            <a:ext cx="7787258" cy="30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&lt;&lt;NIP&gt;&gt;</a:t>
            </a:r>
            <a:endParaRPr lang="en-US" sz="28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73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Garet Bold</vt:lpstr>
      <vt:lpstr>Canva Sans</vt:lpstr>
      <vt:lpstr>Arial</vt:lpstr>
      <vt:lpstr>Canva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(Bulk 1) SERTIFIKAT WEBINAR MOVING FORWARD PEGAWAI KANREG</dc:title>
  <cp:lastModifiedBy>Sulistyo Cahyo Gumilang</cp:lastModifiedBy>
  <cp:revision>2</cp:revision>
  <dcterms:created xsi:type="dcterms:W3CDTF">2006-08-16T00:00:00Z</dcterms:created>
  <dcterms:modified xsi:type="dcterms:W3CDTF">2026-06-29T14:36:01Z</dcterms:modified>
  <dc:identifier>DAHMVN8Ui5A</dc:identifier>
</cp:coreProperties>
</file>