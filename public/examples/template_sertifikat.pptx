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SERTIFIKAT PENGHARGAAN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Diberikan Kepada: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&lt;&lt;name&gt;&gt;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